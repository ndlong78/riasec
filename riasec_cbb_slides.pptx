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417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10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6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55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17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78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31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5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68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75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37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9713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766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48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568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76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713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12/05/2025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661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Khám phá tính cách nghề nghiệp với Holland RIASEC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t>CBB &amp; Family Career Center</a:t>
            </a:r>
          </a:p>
          <a:p>
            <a:r>
              <a:t>Dành cho học sinh lớp 10–11</a:t>
            </a:r>
          </a:p>
          <a:p>
            <a:r>
              <a:t>Hiểu bản thân – Chọn ngành – Chọn nghề thông minh hơn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726B6-C857-421A-DC57-2F80873ED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5448"/>
            <a:ext cx="1353312" cy="13533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Vì sao cần làm trắc nghiệm này?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Sắp phải chọn ban, chọn khối; nghĩ về ngành đại học, nghề tương lai</a:t>
            </a:r>
          </a:p>
          <a:p>
            <a:pPr>
              <a:defRPr sz="2000"/>
            </a:pPr>
            <a:r>
              <a:t>Nhiều bạn cảm thấy: “Em không biết mình hợp gì”, “Ba mẹ muốn A, em thích B”</a:t>
            </a:r>
          </a:p>
          <a:p>
            <a:pPr>
              <a:defRPr sz="2000"/>
            </a:pPr>
            <a:r>
              <a:t>Trắc nghiệm RIASEC giúp nhìn rõ hơn: mình hợp kiểu công việc nào</a:t>
            </a:r>
          </a:p>
          <a:p>
            <a:pPr>
              <a:defRPr sz="2000"/>
            </a:pPr>
            <a:r>
              <a:t>Kết quả là cơ sở để trao đổi với ba mẹ và thầy cô – không phải “phán số mệnh”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622EA-B4D1-B9EC-F273-D67233CA8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8391"/>
            <a:ext cx="978408" cy="9784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RIASEC là gì? – 6 nhóm tính cách nghề nghiệp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000"/>
            </a:pPr>
            <a:r>
              <a:t>R – Realistic (Thực tế): thích làm, sửa, lắp, máy móc, hoạt động tay chân</a:t>
            </a:r>
          </a:p>
          <a:p>
            <a:pPr>
              <a:defRPr sz="2000"/>
            </a:pPr>
            <a:r>
              <a:t>I – Investigative (Nghiên cứu): thích suy nghĩ, phân tích, khoa học, công nghệ, dữ liệu</a:t>
            </a:r>
          </a:p>
          <a:p>
            <a:pPr>
              <a:defRPr sz="2000"/>
            </a:pPr>
            <a:r>
              <a:t>A – Artistic (Nghệ thuật): thích sáng tạo, thiết kế, âm nhạc, viết lách, cái “đẹp”</a:t>
            </a:r>
          </a:p>
          <a:p>
            <a:pPr>
              <a:defRPr sz="2000"/>
            </a:pPr>
            <a:r>
              <a:t>S – Social (Xã hội): thích giúp đỡ, dạy dỗ, lắng nghe, làm việc với con người</a:t>
            </a:r>
          </a:p>
          <a:p>
            <a:pPr>
              <a:defRPr sz="2000"/>
            </a:pPr>
            <a:r>
              <a:t>E – Enterprising (Doanh nghiệp): thích lãnh đạo, kinh doanh, thuyết phục, khởi nghiệp</a:t>
            </a:r>
          </a:p>
          <a:p>
            <a:pPr>
              <a:defRPr sz="2000"/>
            </a:pPr>
            <a:r>
              <a:t>C – Conventional (Truyền thống): thích gọn gàng, quy trình, số liệu, văn phòng, ổn định</a:t>
            </a:r>
          </a:p>
          <a:p>
            <a:pPr>
              <a:defRPr sz="2000"/>
            </a:pPr>
            <a:r>
              <a:t>Mỗi bạn thường có 3 nhóm nổi bật nhất → tạo thành mã như: RIA, SEC, ISA…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A850A-41A4-E429-BEF2-B3F39CA96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8391"/>
            <a:ext cx="978408" cy="9784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Cách làm bài test RIASEC (60 câu)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Bước 1: Mở link trắc nghiệm của lớp (GitHub Pages)</a:t>
            </a:r>
          </a:p>
          <a:p>
            <a:pPr>
              <a:defRPr sz="2000"/>
            </a:pPr>
            <a:r>
              <a:t>Bước 2: Điền Họ tên, Lớp, Mã học sinh, Email</a:t>
            </a:r>
          </a:p>
          <a:p>
            <a:pPr>
              <a:defRPr sz="2000"/>
            </a:pPr>
            <a:r>
              <a:t>Bước 3: Chuyển sang tab “Làm bài trắc nghiệm” (60 câu)</a:t>
            </a:r>
          </a:p>
          <a:p>
            <a:pPr>
              <a:defRPr sz="2000"/>
            </a:pPr>
            <a:r>
              <a:t>Bước 4: Mỗi câu chọn mức độ giống bản thân (1 → 5):</a:t>
            </a:r>
          </a:p>
          <a:p>
            <a:pPr>
              <a:defRPr sz="2000"/>
            </a:pPr>
            <a:r>
              <a:t>  1 – Hoàn toàn không đồng ý; 2 – Không đồng ý; 3 – Phân vân; 4 – Đồng ý; 5 – Rất đồng ý</a:t>
            </a:r>
          </a:p>
          <a:p>
            <a:pPr>
              <a:defRPr sz="2000"/>
            </a:pPr>
            <a:r>
              <a:t>Không có đúng/sai – chỉ có giống mình hay không giống mình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1713AF-5F84-5650-C654-FF90EA04A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8391"/>
            <a:ext cx="978408" cy="9784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Lưu ý để kết quả có ý nghĩa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Đừng trả lời theo “em muốn trở thành người như thế nào”</a:t>
            </a:r>
          </a:p>
          <a:p>
            <a:pPr>
              <a:defRPr sz="2000"/>
            </a:pPr>
            <a:r>
              <a:t>Đừng trả lời theo “ba mẹ/thầy cô muốn em trở thành người như thế nào”</a:t>
            </a:r>
          </a:p>
          <a:p>
            <a:pPr>
              <a:defRPr sz="2000"/>
            </a:pPr>
            <a:r>
              <a:t>Hãy trả lời theo: hiện tại em thường là người như thế nào</a:t>
            </a:r>
          </a:p>
          <a:p>
            <a:pPr>
              <a:defRPr sz="2000"/>
            </a:pPr>
            <a:r>
              <a:t>Không cần suy nghĩ quá lâu – chọn theo cảm nhận đầu tiên</a:t>
            </a:r>
          </a:p>
          <a:p>
            <a:pPr>
              <a:defRPr sz="2000"/>
            </a:pPr>
            <a:r>
              <a:t>Không chia sẻ đáp án với bạn bên cạnh khi làm bài 😄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543E71-3572-B6C9-DB7E-A4E3779F1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8391"/>
            <a:ext cx="978408" cy="9784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Sau khi hoàn thành bài test, em sẽ nhận được gì?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Mã RIASEC Top 3 (ví dụ: ISA, SEC, RIA…)</a:t>
            </a:r>
          </a:p>
          <a:p>
            <a:pPr>
              <a:defRPr sz="2000"/>
            </a:pPr>
            <a:r>
              <a:t>Biểu đồ cột: điểm từng nhóm R, I, A, S, E, C</a:t>
            </a:r>
          </a:p>
          <a:p>
            <a:pPr>
              <a:defRPr sz="2000"/>
            </a:pPr>
            <a:r>
              <a:t>Biểu đồ radar: “dấu chân nghề nghiệp” tổng thể của em</a:t>
            </a:r>
          </a:p>
          <a:p>
            <a:pPr>
              <a:defRPr sz="2000"/>
            </a:pPr>
            <a:r>
              <a:t>Giải thích chi tiết từng nhóm tính cách</a:t>
            </a:r>
          </a:p>
          <a:p>
            <a:pPr>
              <a:defRPr sz="2000"/>
            </a:pPr>
            <a:r>
              <a:t>Gợi ý ngành học, nghề nghiệp phù hợp với bối cảnh Việt Nam</a:t>
            </a:r>
          </a:p>
          <a:p>
            <a:pPr>
              <a:defRPr sz="2000"/>
            </a:pPr>
            <a:r>
              <a:t>Có thể lưu kết quả trên máy, tải file TXT hoặc in PDF để trao đổi với gia đình, thầy cô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246BD1-F413-25C7-3C62-68E69F57F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8391"/>
            <a:ext cx="978408" cy="9784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Cách sử dụng kết quả RIASEC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Giúp em hiểu mình hợp môi trường: kỹ thuật, nghiên cứu, sáng tạo, xã hội, kinh doanh, văn phòng?</a:t>
            </a:r>
          </a:p>
          <a:p>
            <a:pPr>
              <a:defRPr sz="2000"/>
            </a:pPr>
            <a:r>
              <a:t>Giúp ba mẹ &amp; thầy cô hiểu cách hỗ trợ và định hướng cho em hợp lý hơn</a:t>
            </a:r>
          </a:p>
          <a:p>
            <a:pPr>
              <a:defRPr sz="2000"/>
            </a:pPr>
            <a:r>
              <a:t>Là gợi ý định hướng, không phải “bản án” cố định cho tương lai</a:t>
            </a:r>
          </a:p>
          <a:p>
            <a:pPr>
              <a:defRPr sz="2000"/>
            </a:pPr>
            <a:r>
              <a:t>Em có thể phát triển, thay đổi qua trải nghiệm, luyện tập, môi trường sống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EA8EB0-B199-5D66-CE28-837A797C1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8391"/>
            <a:ext cx="978408" cy="9784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Bước tiếp theo sau buổi hôm nay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Giữ lại kết quả: lưu trên máy, tải file TXT hoặc chụp màn hình</a:t>
            </a:r>
          </a:p>
          <a:p>
            <a:pPr>
              <a:defRPr sz="2000"/>
            </a:pPr>
            <a:r>
              <a:t>Trao đổi kết quả với ba mẹ, giáo viên chủ nhiệm, giáo viên hướng nghiệp, CBB &amp; Family</a:t>
            </a:r>
          </a:p>
          <a:p>
            <a:pPr>
              <a:defRPr sz="2000"/>
            </a:pPr>
            <a:r>
              <a:t>Tìm hiểu thêm các ngành trong gợi ý mà em thấy hứng thú</a:t>
            </a:r>
          </a:p>
          <a:p>
            <a:pPr>
              <a:defRPr sz="2000"/>
            </a:pPr>
            <a:r>
              <a:t>Nhớ rằng: không có ngành nào là nhất, chỉ có ngành phù hợp với em nhất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797D9B-7814-4661-6C66-265D653F6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8391"/>
            <a:ext cx="978408" cy="978408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</TotalTime>
  <Words>735</Words>
  <Application>Microsoft Office PowerPoint</Application>
  <PresentationFormat>On-screen Show (4:3)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</vt:lpstr>
      <vt:lpstr>Khám phá tính cách nghề nghiệp với Holland RIASEC</vt:lpstr>
      <vt:lpstr>Vì sao cần làm trắc nghiệm này?</vt:lpstr>
      <vt:lpstr>RIASEC là gì? – 6 nhóm tính cách nghề nghiệp</vt:lpstr>
      <vt:lpstr>Cách làm bài test RIASEC (60 câu)</vt:lpstr>
      <vt:lpstr>Lưu ý để kết quả có ý nghĩa</vt:lpstr>
      <vt:lpstr>Sau khi hoàn thành bài test, em sẽ nhận được gì?</vt:lpstr>
      <vt:lpstr>Cách sử dụng kết quả RIASEC</vt:lpstr>
      <vt:lpstr>Bước tiếp theo sau buổi hôm nay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tomtom007</dc:creator>
  <cp:keywords/>
  <dc:description>generated using python-pptx</dc:description>
  <cp:lastModifiedBy>tomtom007</cp:lastModifiedBy>
  <cp:revision>2</cp:revision>
  <dcterms:created xsi:type="dcterms:W3CDTF">2013-01-27T09:14:16Z</dcterms:created>
  <dcterms:modified xsi:type="dcterms:W3CDTF">2025-12-05T08:14:44Z</dcterms:modified>
  <cp:category/>
</cp:coreProperties>
</file>